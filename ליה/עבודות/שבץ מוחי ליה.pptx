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60" r:id="rId6"/>
    <p:sldId id="261" r:id="rId7"/>
    <p:sldId id="262" r:id="rId8"/>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9D6D3-AF00-469C-9D65-162A1CC0BC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DBB6383C-00FE-4503-B116-F58E37678A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16772151-2EF0-4EC2-95B1-3770941E9D23}"/>
              </a:ext>
            </a:extLst>
          </p:cNvPr>
          <p:cNvSpPr>
            <a:spLocks noGrp="1"/>
          </p:cNvSpPr>
          <p:nvPr>
            <p:ph type="dt" sz="half" idx="10"/>
          </p:nvPr>
        </p:nvSpPr>
        <p:spPr/>
        <p:txBody>
          <a:bodyPr/>
          <a:lstStyle/>
          <a:p>
            <a:fld id="{1AD33E51-4B20-4B49-A21B-902BFCCD9327}" type="datetimeFigureOut">
              <a:rPr lang="he-IL" smtClean="0"/>
              <a:t>י'/שבט/תש"פ</a:t>
            </a:fld>
            <a:endParaRPr lang="he-IL"/>
          </a:p>
        </p:txBody>
      </p:sp>
      <p:sp>
        <p:nvSpPr>
          <p:cNvPr id="5" name="Footer Placeholder 4">
            <a:extLst>
              <a:ext uri="{FF2B5EF4-FFF2-40B4-BE49-F238E27FC236}">
                <a16:creationId xmlns:a16="http://schemas.microsoft.com/office/drawing/2014/main" id="{1337A37C-5B23-48B5-BE33-1C02B46E20CF}"/>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9DEE3554-22B5-4C5B-B100-D94F4262D5D8}"/>
              </a:ext>
            </a:extLst>
          </p:cNvPr>
          <p:cNvSpPr>
            <a:spLocks noGrp="1"/>
          </p:cNvSpPr>
          <p:nvPr>
            <p:ph type="sldNum" sz="quarter" idx="12"/>
          </p:nvPr>
        </p:nvSpPr>
        <p:spPr/>
        <p:txBody>
          <a:bodyPr/>
          <a:lstStyle/>
          <a:p>
            <a:fld id="{55483713-7488-4CC8-A7FD-0C5F2C2BEC1D}" type="slidenum">
              <a:rPr lang="he-IL" smtClean="0"/>
              <a:t>‹#›</a:t>
            </a:fld>
            <a:endParaRPr lang="he-IL"/>
          </a:p>
        </p:txBody>
      </p:sp>
    </p:spTree>
    <p:extLst>
      <p:ext uri="{BB962C8B-B14F-4D97-AF65-F5344CB8AC3E}">
        <p14:creationId xmlns:p14="http://schemas.microsoft.com/office/powerpoint/2010/main" val="1726549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3F5C5-5B49-44AE-8532-334035ADBF41}"/>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8ABF0C4D-C8C8-4A1E-ACED-B2FB6783F5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A4A748F8-59D9-4085-801F-95BE1CDF78BD}"/>
              </a:ext>
            </a:extLst>
          </p:cNvPr>
          <p:cNvSpPr>
            <a:spLocks noGrp="1"/>
          </p:cNvSpPr>
          <p:nvPr>
            <p:ph type="dt" sz="half" idx="10"/>
          </p:nvPr>
        </p:nvSpPr>
        <p:spPr/>
        <p:txBody>
          <a:bodyPr/>
          <a:lstStyle/>
          <a:p>
            <a:fld id="{1AD33E51-4B20-4B49-A21B-902BFCCD9327}" type="datetimeFigureOut">
              <a:rPr lang="he-IL" smtClean="0"/>
              <a:t>י'/שבט/תש"פ</a:t>
            </a:fld>
            <a:endParaRPr lang="he-IL"/>
          </a:p>
        </p:txBody>
      </p:sp>
      <p:sp>
        <p:nvSpPr>
          <p:cNvPr id="5" name="Footer Placeholder 4">
            <a:extLst>
              <a:ext uri="{FF2B5EF4-FFF2-40B4-BE49-F238E27FC236}">
                <a16:creationId xmlns:a16="http://schemas.microsoft.com/office/drawing/2014/main" id="{B6F81649-E77B-4A1F-90A6-C798F1B43EAF}"/>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8EABF1F-F5E6-481B-81F5-791F3159E3A4}"/>
              </a:ext>
            </a:extLst>
          </p:cNvPr>
          <p:cNvSpPr>
            <a:spLocks noGrp="1"/>
          </p:cNvSpPr>
          <p:nvPr>
            <p:ph type="sldNum" sz="quarter" idx="12"/>
          </p:nvPr>
        </p:nvSpPr>
        <p:spPr/>
        <p:txBody>
          <a:bodyPr/>
          <a:lstStyle/>
          <a:p>
            <a:fld id="{55483713-7488-4CC8-A7FD-0C5F2C2BEC1D}" type="slidenum">
              <a:rPr lang="he-IL" smtClean="0"/>
              <a:t>‹#›</a:t>
            </a:fld>
            <a:endParaRPr lang="he-IL"/>
          </a:p>
        </p:txBody>
      </p:sp>
    </p:spTree>
    <p:extLst>
      <p:ext uri="{BB962C8B-B14F-4D97-AF65-F5344CB8AC3E}">
        <p14:creationId xmlns:p14="http://schemas.microsoft.com/office/powerpoint/2010/main" val="1921357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D9D7E-8407-4022-8A9B-011645EA33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58A01CDE-5A3B-42B5-952C-07DBE8565E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392B00-E8AE-43B6-8EC0-A3AEC39C7C34}"/>
              </a:ext>
            </a:extLst>
          </p:cNvPr>
          <p:cNvSpPr>
            <a:spLocks noGrp="1"/>
          </p:cNvSpPr>
          <p:nvPr>
            <p:ph type="dt" sz="half" idx="10"/>
          </p:nvPr>
        </p:nvSpPr>
        <p:spPr/>
        <p:txBody>
          <a:bodyPr/>
          <a:lstStyle/>
          <a:p>
            <a:fld id="{1AD33E51-4B20-4B49-A21B-902BFCCD9327}" type="datetimeFigureOut">
              <a:rPr lang="he-IL" smtClean="0"/>
              <a:t>י'/שבט/תש"פ</a:t>
            </a:fld>
            <a:endParaRPr lang="he-IL"/>
          </a:p>
        </p:txBody>
      </p:sp>
      <p:sp>
        <p:nvSpPr>
          <p:cNvPr id="5" name="Footer Placeholder 4">
            <a:extLst>
              <a:ext uri="{FF2B5EF4-FFF2-40B4-BE49-F238E27FC236}">
                <a16:creationId xmlns:a16="http://schemas.microsoft.com/office/drawing/2014/main" id="{AC19892B-B3A9-42AC-A44A-1CFA187961E0}"/>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726E5D0-C60E-414F-BE3F-21571780EC99}"/>
              </a:ext>
            </a:extLst>
          </p:cNvPr>
          <p:cNvSpPr>
            <a:spLocks noGrp="1"/>
          </p:cNvSpPr>
          <p:nvPr>
            <p:ph type="sldNum" sz="quarter" idx="12"/>
          </p:nvPr>
        </p:nvSpPr>
        <p:spPr/>
        <p:txBody>
          <a:bodyPr/>
          <a:lstStyle/>
          <a:p>
            <a:fld id="{55483713-7488-4CC8-A7FD-0C5F2C2BEC1D}" type="slidenum">
              <a:rPr lang="he-IL" smtClean="0"/>
              <a:t>‹#›</a:t>
            </a:fld>
            <a:endParaRPr lang="he-IL"/>
          </a:p>
        </p:txBody>
      </p:sp>
    </p:spTree>
    <p:extLst>
      <p:ext uri="{BB962C8B-B14F-4D97-AF65-F5344CB8AC3E}">
        <p14:creationId xmlns:p14="http://schemas.microsoft.com/office/powerpoint/2010/main" val="492319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B0C70-7079-422A-9BF1-952C3506C920}"/>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52304F0B-C685-465C-BCEE-3F9F858C9B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BA891991-FDDD-4A6B-A51E-474C19F2CD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4D7D387C-D586-428C-AF55-85DD1B87D9AE}"/>
              </a:ext>
            </a:extLst>
          </p:cNvPr>
          <p:cNvSpPr>
            <a:spLocks noGrp="1"/>
          </p:cNvSpPr>
          <p:nvPr>
            <p:ph type="dt" sz="half" idx="10"/>
          </p:nvPr>
        </p:nvSpPr>
        <p:spPr/>
        <p:txBody>
          <a:bodyPr/>
          <a:lstStyle/>
          <a:p>
            <a:fld id="{1AD33E51-4B20-4B49-A21B-902BFCCD9327}" type="datetimeFigureOut">
              <a:rPr lang="he-IL" smtClean="0"/>
              <a:t>י'/שבט/תש"פ</a:t>
            </a:fld>
            <a:endParaRPr lang="he-IL"/>
          </a:p>
        </p:txBody>
      </p:sp>
      <p:sp>
        <p:nvSpPr>
          <p:cNvPr id="6" name="Footer Placeholder 5">
            <a:extLst>
              <a:ext uri="{FF2B5EF4-FFF2-40B4-BE49-F238E27FC236}">
                <a16:creationId xmlns:a16="http://schemas.microsoft.com/office/drawing/2014/main" id="{839AC7EB-C8B8-4084-84F7-C42DCF5276F8}"/>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E3DE21CC-9B6A-43E2-B62A-CB8BB8A01161}"/>
              </a:ext>
            </a:extLst>
          </p:cNvPr>
          <p:cNvSpPr>
            <a:spLocks noGrp="1"/>
          </p:cNvSpPr>
          <p:nvPr>
            <p:ph type="sldNum" sz="quarter" idx="12"/>
          </p:nvPr>
        </p:nvSpPr>
        <p:spPr/>
        <p:txBody>
          <a:bodyPr/>
          <a:lstStyle/>
          <a:p>
            <a:fld id="{55483713-7488-4CC8-A7FD-0C5F2C2BEC1D}" type="slidenum">
              <a:rPr lang="he-IL" smtClean="0"/>
              <a:t>‹#›</a:t>
            </a:fld>
            <a:endParaRPr lang="he-IL"/>
          </a:p>
        </p:txBody>
      </p:sp>
    </p:spTree>
    <p:extLst>
      <p:ext uri="{BB962C8B-B14F-4D97-AF65-F5344CB8AC3E}">
        <p14:creationId xmlns:p14="http://schemas.microsoft.com/office/powerpoint/2010/main" val="1181475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F2B97-A955-436B-A685-7558392D888A}"/>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C1B1762B-DE00-49DC-8149-BD115A41DC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6D2488-B75B-43C5-AE2B-09CECBEA29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E1BB47A3-F0D7-4EFE-9787-084EF6BAF2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A38728-F6D1-4D58-9ACC-03E156DEC5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1874CA62-7DA6-4D7C-8F99-AEB66710B231}"/>
              </a:ext>
            </a:extLst>
          </p:cNvPr>
          <p:cNvSpPr>
            <a:spLocks noGrp="1"/>
          </p:cNvSpPr>
          <p:nvPr>
            <p:ph type="dt" sz="half" idx="10"/>
          </p:nvPr>
        </p:nvSpPr>
        <p:spPr/>
        <p:txBody>
          <a:bodyPr/>
          <a:lstStyle/>
          <a:p>
            <a:fld id="{1AD33E51-4B20-4B49-A21B-902BFCCD9327}" type="datetimeFigureOut">
              <a:rPr lang="he-IL" smtClean="0"/>
              <a:t>י'/שבט/תש"פ</a:t>
            </a:fld>
            <a:endParaRPr lang="he-IL"/>
          </a:p>
        </p:txBody>
      </p:sp>
      <p:sp>
        <p:nvSpPr>
          <p:cNvPr id="8" name="Footer Placeholder 7">
            <a:extLst>
              <a:ext uri="{FF2B5EF4-FFF2-40B4-BE49-F238E27FC236}">
                <a16:creationId xmlns:a16="http://schemas.microsoft.com/office/drawing/2014/main" id="{9538D556-D0AA-49BA-8E88-4757454124D3}"/>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2529F67F-FF9C-479B-A616-BD0F1AA9A5E9}"/>
              </a:ext>
            </a:extLst>
          </p:cNvPr>
          <p:cNvSpPr>
            <a:spLocks noGrp="1"/>
          </p:cNvSpPr>
          <p:nvPr>
            <p:ph type="sldNum" sz="quarter" idx="12"/>
          </p:nvPr>
        </p:nvSpPr>
        <p:spPr/>
        <p:txBody>
          <a:bodyPr/>
          <a:lstStyle/>
          <a:p>
            <a:fld id="{55483713-7488-4CC8-A7FD-0C5F2C2BEC1D}" type="slidenum">
              <a:rPr lang="he-IL" smtClean="0"/>
              <a:t>‹#›</a:t>
            </a:fld>
            <a:endParaRPr lang="he-IL"/>
          </a:p>
        </p:txBody>
      </p:sp>
    </p:spTree>
    <p:extLst>
      <p:ext uri="{BB962C8B-B14F-4D97-AF65-F5344CB8AC3E}">
        <p14:creationId xmlns:p14="http://schemas.microsoft.com/office/powerpoint/2010/main" val="3834972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FD435-10EC-4603-93EA-B28BE54E884C}"/>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32B072E2-C270-4CF8-9526-AE252FCCC1BC}"/>
              </a:ext>
            </a:extLst>
          </p:cNvPr>
          <p:cNvSpPr>
            <a:spLocks noGrp="1"/>
          </p:cNvSpPr>
          <p:nvPr>
            <p:ph type="dt" sz="half" idx="10"/>
          </p:nvPr>
        </p:nvSpPr>
        <p:spPr/>
        <p:txBody>
          <a:bodyPr/>
          <a:lstStyle/>
          <a:p>
            <a:fld id="{1AD33E51-4B20-4B49-A21B-902BFCCD9327}" type="datetimeFigureOut">
              <a:rPr lang="he-IL" smtClean="0"/>
              <a:t>י'/שבט/תש"פ</a:t>
            </a:fld>
            <a:endParaRPr lang="he-IL"/>
          </a:p>
        </p:txBody>
      </p:sp>
      <p:sp>
        <p:nvSpPr>
          <p:cNvPr id="4" name="Footer Placeholder 3">
            <a:extLst>
              <a:ext uri="{FF2B5EF4-FFF2-40B4-BE49-F238E27FC236}">
                <a16:creationId xmlns:a16="http://schemas.microsoft.com/office/drawing/2014/main" id="{E9F1DED7-7F0F-41F5-AF46-7C0A50E446AD}"/>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ED8F8187-E565-44B9-81E7-942D1BE47180}"/>
              </a:ext>
            </a:extLst>
          </p:cNvPr>
          <p:cNvSpPr>
            <a:spLocks noGrp="1"/>
          </p:cNvSpPr>
          <p:nvPr>
            <p:ph type="sldNum" sz="quarter" idx="12"/>
          </p:nvPr>
        </p:nvSpPr>
        <p:spPr/>
        <p:txBody>
          <a:bodyPr/>
          <a:lstStyle/>
          <a:p>
            <a:fld id="{55483713-7488-4CC8-A7FD-0C5F2C2BEC1D}" type="slidenum">
              <a:rPr lang="he-IL" smtClean="0"/>
              <a:t>‹#›</a:t>
            </a:fld>
            <a:endParaRPr lang="he-IL"/>
          </a:p>
        </p:txBody>
      </p:sp>
    </p:spTree>
    <p:extLst>
      <p:ext uri="{BB962C8B-B14F-4D97-AF65-F5344CB8AC3E}">
        <p14:creationId xmlns:p14="http://schemas.microsoft.com/office/powerpoint/2010/main" val="1395672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777788-F1DF-4C7C-8DD7-9BDBC23D9C43}"/>
              </a:ext>
            </a:extLst>
          </p:cNvPr>
          <p:cNvSpPr>
            <a:spLocks noGrp="1"/>
          </p:cNvSpPr>
          <p:nvPr>
            <p:ph type="dt" sz="half" idx="10"/>
          </p:nvPr>
        </p:nvSpPr>
        <p:spPr/>
        <p:txBody>
          <a:bodyPr/>
          <a:lstStyle/>
          <a:p>
            <a:fld id="{1AD33E51-4B20-4B49-A21B-902BFCCD9327}" type="datetimeFigureOut">
              <a:rPr lang="he-IL" smtClean="0"/>
              <a:t>י'/שבט/תש"פ</a:t>
            </a:fld>
            <a:endParaRPr lang="he-IL"/>
          </a:p>
        </p:txBody>
      </p:sp>
      <p:sp>
        <p:nvSpPr>
          <p:cNvPr id="3" name="Footer Placeholder 2">
            <a:extLst>
              <a:ext uri="{FF2B5EF4-FFF2-40B4-BE49-F238E27FC236}">
                <a16:creationId xmlns:a16="http://schemas.microsoft.com/office/drawing/2014/main" id="{C71A7E66-A33A-4035-A5B0-116624F4280E}"/>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D0208838-E7D5-45D4-9BC3-16BCA2EE9B03}"/>
              </a:ext>
            </a:extLst>
          </p:cNvPr>
          <p:cNvSpPr>
            <a:spLocks noGrp="1"/>
          </p:cNvSpPr>
          <p:nvPr>
            <p:ph type="sldNum" sz="quarter" idx="12"/>
          </p:nvPr>
        </p:nvSpPr>
        <p:spPr/>
        <p:txBody>
          <a:bodyPr/>
          <a:lstStyle/>
          <a:p>
            <a:fld id="{55483713-7488-4CC8-A7FD-0C5F2C2BEC1D}" type="slidenum">
              <a:rPr lang="he-IL" smtClean="0"/>
              <a:t>‹#›</a:t>
            </a:fld>
            <a:endParaRPr lang="he-IL"/>
          </a:p>
        </p:txBody>
      </p:sp>
    </p:spTree>
    <p:extLst>
      <p:ext uri="{BB962C8B-B14F-4D97-AF65-F5344CB8AC3E}">
        <p14:creationId xmlns:p14="http://schemas.microsoft.com/office/powerpoint/2010/main" val="3852415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130C0-1A69-4424-9AA9-082B57950C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5D94727A-BDDE-4653-B13C-2440571154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BE57F364-468D-4372-B755-F29C486FFA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235B5A-6918-4D6F-A428-E1C2F66F9D90}"/>
              </a:ext>
            </a:extLst>
          </p:cNvPr>
          <p:cNvSpPr>
            <a:spLocks noGrp="1"/>
          </p:cNvSpPr>
          <p:nvPr>
            <p:ph type="dt" sz="half" idx="10"/>
          </p:nvPr>
        </p:nvSpPr>
        <p:spPr/>
        <p:txBody>
          <a:bodyPr/>
          <a:lstStyle/>
          <a:p>
            <a:fld id="{1AD33E51-4B20-4B49-A21B-902BFCCD9327}" type="datetimeFigureOut">
              <a:rPr lang="he-IL" smtClean="0"/>
              <a:t>י'/שבט/תש"פ</a:t>
            </a:fld>
            <a:endParaRPr lang="he-IL"/>
          </a:p>
        </p:txBody>
      </p:sp>
      <p:sp>
        <p:nvSpPr>
          <p:cNvPr id="6" name="Footer Placeholder 5">
            <a:extLst>
              <a:ext uri="{FF2B5EF4-FFF2-40B4-BE49-F238E27FC236}">
                <a16:creationId xmlns:a16="http://schemas.microsoft.com/office/drawing/2014/main" id="{0BD7DEF7-0A75-463E-B3AB-C42AEFD8B07D}"/>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89B9791B-88CB-4A89-BD15-BB12E1B66871}"/>
              </a:ext>
            </a:extLst>
          </p:cNvPr>
          <p:cNvSpPr>
            <a:spLocks noGrp="1"/>
          </p:cNvSpPr>
          <p:nvPr>
            <p:ph type="sldNum" sz="quarter" idx="12"/>
          </p:nvPr>
        </p:nvSpPr>
        <p:spPr/>
        <p:txBody>
          <a:bodyPr/>
          <a:lstStyle/>
          <a:p>
            <a:fld id="{55483713-7488-4CC8-A7FD-0C5F2C2BEC1D}" type="slidenum">
              <a:rPr lang="he-IL" smtClean="0"/>
              <a:t>‹#›</a:t>
            </a:fld>
            <a:endParaRPr lang="he-IL"/>
          </a:p>
        </p:txBody>
      </p:sp>
    </p:spTree>
    <p:extLst>
      <p:ext uri="{BB962C8B-B14F-4D97-AF65-F5344CB8AC3E}">
        <p14:creationId xmlns:p14="http://schemas.microsoft.com/office/powerpoint/2010/main" val="2282740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B0F6D-46CD-4723-9BAE-4EFAA888AC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BECF1188-F4A6-4D39-9BF7-59786A4A28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22E702F2-47FE-40B2-ACCF-DFEE962DBF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44875D-CD74-4611-A0EA-FE61A6B76F9E}"/>
              </a:ext>
            </a:extLst>
          </p:cNvPr>
          <p:cNvSpPr>
            <a:spLocks noGrp="1"/>
          </p:cNvSpPr>
          <p:nvPr>
            <p:ph type="dt" sz="half" idx="10"/>
          </p:nvPr>
        </p:nvSpPr>
        <p:spPr/>
        <p:txBody>
          <a:bodyPr/>
          <a:lstStyle/>
          <a:p>
            <a:fld id="{1AD33E51-4B20-4B49-A21B-902BFCCD9327}" type="datetimeFigureOut">
              <a:rPr lang="he-IL" smtClean="0"/>
              <a:t>י'/שבט/תש"פ</a:t>
            </a:fld>
            <a:endParaRPr lang="he-IL"/>
          </a:p>
        </p:txBody>
      </p:sp>
      <p:sp>
        <p:nvSpPr>
          <p:cNvPr id="6" name="Footer Placeholder 5">
            <a:extLst>
              <a:ext uri="{FF2B5EF4-FFF2-40B4-BE49-F238E27FC236}">
                <a16:creationId xmlns:a16="http://schemas.microsoft.com/office/drawing/2014/main" id="{63BFA72C-0D09-45A2-B73A-02172CC018FB}"/>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F6CF4D57-6AF2-4F14-87C2-1303BF1619A4}"/>
              </a:ext>
            </a:extLst>
          </p:cNvPr>
          <p:cNvSpPr>
            <a:spLocks noGrp="1"/>
          </p:cNvSpPr>
          <p:nvPr>
            <p:ph type="sldNum" sz="quarter" idx="12"/>
          </p:nvPr>
        </p:nvSpPr>
        <p:spPr/>
        <p:txBody>
          <a:bodyPr/>
          <a:lstStyle/>
          <a:p>
            <a:fld id="{55483713-7488-4CC8-A7FD-0C5F2C2BEC1D}" type="slidenum">
              <a:rPr lang="he-IL" smtClean="0"/>
              <a:t>‹#›</a:t>
            </a:fld>
            <a:endParaRPr lang="he-IL"/>
          </a:p>
        </p:txBody>
      </p:sp>
    </p:spTree>
    <p:extLst>
      <p:ext uri="{BB962C8B-B14F-4D97-AF65-F5344CB8AC3E}">
        <p14:creationId xmlns:p14="http://schemas.microsoft.com/office/powerpoint/2010/main" val="2416428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604B3-940D-45AD-AE4A-AD21CF1AC4B4}"/>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2A4C7DD6-3E3D-4029-B184-9BF85CE142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33716516-9CC2-4A1A-9072-07E151FCF69B}"/>
              </a:ext>
            </a:extLst>
          </p:cNvPr>
          <p:cNvSpPr>
            <a:spLocks noGrp="1"/>
          </p:cNvSpPr>
          <p:nvPr>
            <p:ph type="dt" sz="half" idx="10"/>
          </p:nvPr>
        </p:nvSpPr>
        <p:spPr/>
        <p:txBody>
          <a:bodyPr/>
          <a:lstStyle/>
          <a:p>
            <a:fld id="{1AD33E51-4B20-4B49-A21B-902BFCCD9327}" type="datetimeFigureOut">
              <a:rPr lang="he-IL" smtClean="0"/>
              <a:t>י'/שבט/תש"פ</a:t>
            </a:fld>
            <a:endParaRPr lang="he-IL"/>
          </a:p>
        </p:txBody>
      </p:sp>
      <p:sp>
        <p:nvSpPr>
          <p:cNvPr id="5" name="Footer Placeholder 4">
            <a:extLst>
              <a:ext uri="{FF2B5EF4-FFF2-40B4-BE49-F238E27FC236}">
                <a16:creationId xmlns:a16="http://schemas.microsoft.com/office/drawing/2014/main" id="{E98A4CC0-5234-4EDB-A7F5-A66174136746}"/>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746DC971-6A6E-4EE4-98EE-96C8B5AAB68C}"/>
              </a:ext>
            </a:extLst>
          </p:cNvPr>
          <p:cNvSpPr>
            <a:spLocks noGrp="1"/>
          </p:cNvSpPr>
          <p:nvPr>
            <p:ph type="sldNum" sz="quarter" idx="12"/>
          </p:nvPr>
        </p:nvSpPr>
        <p:spPr/>
        <p:txBody>
          <a:bodyPr/>
          <a:lstStyle/>
          <a:p>
            <a:fld id="{55483713-7488-4CC8-A7FD-0C5F2C2BEC1D}" type="slidenum">
              <a:rPr lang="he-IL" smtClean="0"/>
              <a:t>‹#›</a:t>
            </a:fld>
            <a:endParaRPr lang="he-IL"/>
          </a:p>
        </p:txBody>
      </p:sp>
    </p:spTree>
    <p:extLst>
      <p:ext uri="{BB962C8B-B14F-4D97-AF65-F5344CB8AC3E}">
        <p14:creationId xmlns:p14="http://schemas.microsoft.com/office/powerpoint/2010/main" val="1871182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D5D3AC-D823-4796-B901-97968197F79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379843E7-9776-4A4F-8398-813C8892F9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4C166F66-94D2-4B21-8CE0-5B07B90F13AD}"/>
              </a:ext>
            </a:extLst>
          </p:cNvPr>
          <p:cNvSpPr>
            <a:spLocks noGrp="1"/>
          </p:cNvSpPr>
          <p:nvPr>
            <p:ph type="dt" sz="half" idx="10"/>
          </p:nvPr>
        </p:nvSpPr>
        <p:spPr/>
        <p:txBody>
          <a:bodyPr/>
          <a:lstStyle/>
          <a:p>
            <a:fld id="{1AD33E51-4B20-4B49-A21B-902BFCCD9327}" type="datetimeFigureOut">
              <a:rPr lang="he-IL" smtClean="0"/>
              <a:t>י'/שבט/תש"פ</a:t>
            </a:fld>
            <a:endParaRPr lang="he-IL"/>
          </a:p>
        </p:txBody>
      </p:sp>
      <p:sp>
        <p:nvSpPr>
          <p:cNvPr id="5" name="Footer Placeholder 4">
            <a:extLst>
              <a:ext uri="{FF2B5EF4-FFF2-40B4-BE49-F238E27FC236}">
                <a16:creationId xmlns:a16="http://schemas.microsoft.com/office/drawing/2014/main" id="{CAE98720-DE38-4CA3-8CAE-B167A2B711A3}"/>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109A845A-2AD7-4DA2-8488-D814D6F3B75D}"/>
              </a:ext>
            </a:extLst>
          </p:cNvPr>
          <p:cNvSpPr>
            <a:spLocks noGrp="1"/>
          </p:cNvSpPr>
          <p:nvPr>
            <p:ph type="sldNum" sz="quarter" idx="12"/>
          </p:nvPr>
        </p:nvSpPr>
        <p:spPr/>
        <p:txBody>
          <a:bodyPr/>
          <a:lstStyle/>
          <a:p>
            <a:fld id="{55483713-7488-4CC8-A7FD-0C5F2C2BEC1D}" type="slidenum">
              <a:rPr lang="he-IL" smtClean="0"/>
              <a:t>‹#›</a:t>
            </a:fld>
            <a:endParaRPr lang="he-IL"/>
          </a:p>
        </p:txBody>
      </p:sp>
    </p:spTree>
    <p:extLst>
      <p:ext uri="{BB962C8B-B14F-4D97-AF65-F5344CB8AC3E}">
        <p14:creationId xmlns:p14="http://schemas.microsoft.com/office/powerpoint/2010/main" val="2978494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EC4832-DCE4-4D6F-BF8C-C14D5DFDE7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6D9BBE94-1F3B-43AD-A80D-1E3B8F0C92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A2EF53DF-98B3-4190-BE3B-67354EE545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D33E51-4B20-4B49-A21B-902BFCCD9327}" type="datetimeFigureOut">
              <a:rPr lang="he-IL" smtClean="0"/>
              <a:t>י'/שבט/תש"פ</a:t>
            </a:fld>
            <a:endParaRPr lang="he-IL"/>
          </a:p>
        </p:txBody>
      </p:sp>
      <p:sp>
        <p:nvSpPr>
          <p:cNvPr id="5" name="Footer Placeholder 4">
            <a:extLst>
              <a:ext uri="{FF2B5EF4-FFF2-40B4-BE49-F238E27FC236}">
                <a16:creationId xmlns:a16="http://schemas.microsoft.com/office/drawing/2014/main" id="{E6C2CCA2-BFA6-48C8-8166-35A2104606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e-IL"/>
          </a:p>
        </p:txBody>
      </p:sp>
      <p:sp>
        <p:nvSpPr>
          <p:cNvPr id="6" name="Slide Number Placeholder 5">
            <a:extLst>
              <a:ext uri="{FF2B5EF4-FFF2-40B4-BE49-F238E27FC236}">
                <a16:creationId xmlns:a16="http://schemas.microsoft.com/office/drawing/2014/main" id="{847C82CC-085F-466C-84A4-B3FFA755A4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483713-7488-4CC8-A7FD-0C5F2C2BEC1D}" type="slidenum">
              <a:rPr lang="he-IL" smtClean="0"/>
              <a:t>‹#›</a:t>
            </a:fld>
            <a:endParaRPr lang="he-IL"/>
          </a:p>
        </p:txBody>
      </p:sp>
    </p:spTree>
    <p:extLst>
      <p:ext uri="{BB962C8B-B14F-4D97-AF65-F5344CB8AC3E}">
        <p14:creationId xmlns:p14="http://schemas.microsoft.com/office/powerpoint/2010/main" val="198631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26DDE-FBBD-4563-A61B-C2F4FAA54D1C}"/>
              </a:ext>
            </a:extLst>
          </p:cNvPr>
          <p:cNvSpPr>
            <a:spLocks noGrp="1"/>
          </p:cNvSpPr>
          <p:nvPr>
            <p:ph type="ctrTitle"/>
          </p:nvPr>
        </p:nvSpPr>
        <p:spPr/>
        <p:txBody>
          <a:bodyPr/>
          <a:lstStyle/>
          <a:p>
            <a:r>
              <a:rPr lang="he-IL" dirty="0">
                <a:ln w="0">
                  <a:solidFill>
                    <a:sysClr val="windowText" lastClr="000000"/>
                  </a:solidFill>
                </a:ln>
                <a:solidFill>
                  <a:sysClr val="windowText" lastClr="000000"/>
                </a:solidFill>
                <a:effectLst>
                  <a:glow rad="635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rPr>
              <a:t>שבץ מוחי</a:t>
            </a:r>
          </a:p>
        </p:txBody>
      </p:sp>
      <p:sp>
        <p:nvSpPr>
          <p:cNvPr id="3" name="Subtitle 2">
            <a:extLst>
              <a:ext uri="{FF2B5EF4-FFF2-40B4-BE49-F238E27FC236}">
                <a16:creationId xmlns:a16="http://schemas.microsoft.com/office/drawing/2014/main" id="{609592C4-F819-440C-84AA-76A7D807A8ED}"/>
              </a:ext>
            </a:extLst>
          </p:cNvPr>
          <p:cNvSpPr>
            <a:spLocks noGrp="1"/>
          </p:cNvSpPr>
          <p:nvPr>
            <p:ph type="subTitle" idx="1"/>
          </p:nvPr>
        </p:nvSpPr>
        <p:spPr/>
        <p:txBody>
          <a:bodyPr/>
          <a:lstStyle/>
          <a:p>
            <a:r>
              <a:rPr lang="he-IL" dirty="0"/>
              <a:t>מציגה:ליה רבי</a:t>
            </a:r>
          </a:p>
        </p:txBody>
      </p:sp>
    </p:spTree>
    <p:extLst>
      <p:ext uri="{BB962C8B-B14F-4D97-AF65-F5344CB8AC3E}">
        <p14:creationId xmlns:p14="http://schemas.microsoft.com/office/powerpoint/2010/main" val="3280902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8EB9E-FBAC-4ACE-814E-B7C67C48C3F6}"/>
              </a:ext>
            </a:extLst>
          </p:cNvPr>
          <p:cNvSpPr>
            <a:spLocks noGrp="1"/>
          </p:cNvSpPr>
          <p:nvPr>
            <p:ph type="title"/>
          </p:nvPr>
        </p:nvSpPr>
        <p:spPr/>
        <p:txBody>
          <a:bodyPr/>
          <a:lstStyle/>
          <a:p>
            <a:pPr algn="ctr"/>
            <a:r>
              <a:rPr lang="he-IL" dirty="0"/>
              <a:t>שבץ מוחי-מה זה</a:t>
            </a:r>
          </a:p>
        </p:txBody>
      </p:sp>
      <p:sp>
        <p:nvSpPr>
          <p:cNvPr id="3" name="Content Placeholder 2">
            <a:extLst>
              <a:ext uri="{FF2B5EF4-FFF2-40B4-BE49-F238E27FC236}">
                <a16:creationId xmlns:a16="http://schemas.microsoft.com/office/drawing/2014/main" id="{A4C19CC8-1E29-452C-83F2-09580E17A7D0}"/>
              </a:ext>
            </a:extLst>
          </p:cNvPr>
          <p:cNvSpPr>
            <a:spLocks noGrp="1"/>
          </p:cNvSpPr>
          <p:nvPr>
            <p:ph idx="1"/>
          </p:nvPr>
        </p:nvSpPr>
        <p:spPr/>
        <p:txBody>
          <a:bodyPr>
            <a:normAutofit/>
          </a:bodyPr>
          <a:lstStyle/>
          <a:p>
            <a:r>
              <a:rPr lang="he-IL" dirty="0"/>
              <a:t>אירוע חירום רפואי ויכול להביא לפגיעה עצבית קבועה, לסיבוכים ולמוות. שבץ מתרחש כאשר ישנה הפרעה פתאומית באספקת הדם לרקמת המוח. ההפרעה הזאת גורמת נזק נוירולוגי. התרחשות של שבץ היא תהליך מהיר שבסופו, בגלל הפגיעה בזרימת הדם למוח, תאי מוח ניזוקים והתפקוד שעליו אחראי האזור הפגוע במוח ניזוק גם הוא. לדוגמה, אם נפגע האזור במוח ששולט על יכולת הדיבור, ייפגעו התפקוד השפתי ומרכז הדיבור של החולה.</a:t>
            </a:r>
            <a:br>
              <a:rPr lang="he-IL" dirty="0"/>
            </a:br>
            <a:endParaRPr lang="he-IL" dirty="0"/>
          </a:p>
        </p:txBody>
      </p:sp>
    </p:spTree>
    <p:extLst>
      <p:ext uri="{BB962C8B-B14F-4D97-AF65-F5344CB8AC3E}">
        <p14:creationId xmlns:p14="http://schemas.microsoft.com/office/powerpoint/2010/main" val="2284726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68245-5526-434E-AA83-685551042D85}"/>
              </a:ext>
            </a:extLst>
          </p:cNvPr>
          <p:cNvSpPr>
            <a:spLocks noGrp="1"/>
          </p:cNvSpPr>
          <p:nvPr>
            <p:ph type="title"/>
          </p:nvPr>
        </p:nvSpPr>
        <p:spPr/>
        <p:txBody>
          <a:bodyPr/>
          <a:lstStyle/>
          <a:p>
            <a:pPr algn="ctr"/>
            <a:r>
              <a:rPr lang="he-IL" dirty="0"/>
              <a:t>סוגי שבץ מוחי</a:t>
            </a:r>
          </a:p>
        </p:txBody>
      </p:sp>
      <p:sp>
        <p:nvSpPr>
          <p:cNvPr id="3" name="Content Placeholder 2">
            <a:extLst>
              <a:ext uri="{FF2B5EF4-FFF2-40B4-BE49-F238E27FC236}">
                <a16:creationId xmlns:a16="http://schemas.microsoft.com/office/drawing/2014/main" id="{04FBBA2D-5CC9-4F67-B733-38C8FC39A181}"/>
              </a:ext>
            </a:extLst>
          </p:cNvPr>
          <p:cNvSpPr>
            <a:spLocks noGrp="1"/>
          </p:cNvSpPr>
          <p:nvPr>
            <p:ph idx="1"/>
          </p:nvPr>
        </p:nvSpPr>
        <p:spPr/>
        <p:txBody>
          <a:bodyPr>
            <a:normAutofit/>
          </a:bodyPr>
          <a:lstStyle/>
          <a:p>
            <a:pPr algn="r"/>
            <a:r>
              <a:rPr lang="he-IL" sz="2400" dirty="0"/>
              <a:t>שבץ מוחי איסכמי-נגרם בגלל קריש דם שחוסם עורק המוביל דם למוח. הקריש יכול להיווצר באזור החסימה או להגיע לאזור ממקום אחר בגוף אז הוא מכונה תסחיף, כי הוא נסחף בזרם הדם.</a:t>
            </a:r>
          </a:p>
          <a:p>
            <a:pPr marL="0" indent="0" algn="r">
              <a:buNone/>
            </a:pPr>
            <a:r>
              <a:rPr lang="he-IL" sz="2400" dirty="0">
                <a:solidFill>
                  <a:prstClr val="black"/>
                </a:solidFill>
              </a:rPr>
              <a:t>שבץ מוחי המורגי- הוא שבץ מוחי נדיר יותר משבץ מוחי איסכמי ומתרחש בעקבות דליפה של דם מכלי דם במוח. דליפה כזאת היא בדרך כלל תוצאה של לחץ דם גבוה שלא טופל או של פגם בדופן של כלי הדם שגורם להחלשת הדופן ולנטייתה להתפוצץ ולדלוף</a:t>
            </a:r>
            <a:endParaRPr lang="he-IL" sz="2400" dirty="0"/>
          </a:p>
        </p:txBody>
      </p:sp>
    </p:spTree>
    <p:extLst>
      <p:ext uri="{BB962C8B-B14F-4D97-AF65-F5344CB8AC3E}">
        <p14:creationId xmlns:p14="http://schemas.microsoft.com/office/powerpoint/2010/main" val="1002591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FD39-E9D6-4EB4-95F8-07FAA7568714}"/>
              </a:ext>
            </a:extLst>
          </p:cNvPr>
          <p:cNvSpPr>
            <a:spLocks noGrp="1"/>
          </p:cNvSpPr>
          <p:nvPr>
            <p:ph type="title"/>
          </p:nvPr>
        </p:nvSpPr>
        <p:spPr/>
        <p:txBody>
          <a:bodyPr/>
          <a:lstStyle/>
          <a:p>
            <a:pPr algn="ctr"/>
            <a:r>
              <a:rPr lang="he-IL" dirty="0"/>
              <a:t>סוגי שבץ מוחי- המשך</a:t>
            </a:r>
          </a:p>
        </p:txBody>
      </p:sp>
      <p:sp>
        <p:nvSpPr>
          <p:cNvPr id="3" name="Content Placeholder 2">
            <a:extLst>
              <a:ext uri="{FF2B5EF4-FFF2-40B4-BE49-F238E27FC236}">
                <a16:creationId xmlns:a16="http://schemas.microsoft.com/office/drawing/2014/main" id="{6716B74E-7372-4D18-A113-61D0667F31C3}"/>
              </a:ext>
            </a:extLst>
          </p:cNvPr>
          <p:cNvSpPr>
            <a:spLocks noGrp="1"/>
          </p:cNvSpPr>
          <p:nvPr>
            <p:ph idx="1"/>
          </p:nvPr>
        </p:nvSpPr>
        <p:spPr/>
        <p:txBody>
          <a:bodyPr/>
          <a:lstStyle/>
          <a:p>
            <a:pPr algn="r"/>
            <a:r>
              <a:rPr lang="he-IL" dirty="0"/>
              <a:t>שבץ תסחיפי- נגרם כתוצאה מחסימת כלי דם על ידי תסחיף אשר הגיע ממקום כלשהו בגוף. לרוב תסחיף יהיה קריש דם שנוצר במקום אחר ונסחף למוח, אולם התסחיף יכול להיות גם תסחיף שומני , תסחיף אווירי,תסחיף חיידקי או תסחיף של תאים סרטניים. מאחר שתסחיף נוצר במקום אחר בגוף.</a:t>
            </a:r>
            <a:endParaRPr lang="en-US" dirty="0"/>
          </a:p>
          <a:p>
            <a:pPr algn="r"/>
            <a:r>
              <a:rPr lang="he-IL" dirty="0"/>
              <a:t>שבץ תרומבוטי- נובע מקריש דם אשר לרוב נוצר על גבי רובד טרשתי. מאחר שחסימת העורק מתבצעת בהדרגתיות לאורך שנים, ההתחלה של שבץ סימפטומטי תרומבוטי הוא איטי יותר. </a:t>
            </a:r>
            <a:endParaRPr lang="en-US" dirty="0"/>
          </a:p>
          <a:p>
            <a:pPr algn="r"/>
            <a:endParaRPr lang="he-IL" dirty="0"/>
          </a:p>
          <a:p>
            <a:pPr algn="r"/>
            <a:endParaRPr lang="he-IL" dirty="0"/>
          </a:p>
        </p:txBody>
      </p:sp>
    </p:spTree>
    <p:extLst>
      <p:ext uri="{BB962C8B-B14F-4D97-AF65-F5344CB8AC3E}">
        <p14:creationId xmlns:p14="http://schemas.microsoft.com/office/powerpoint/2010/main" val="4108297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611B4-241D-4780-979C-C1B649EF702A}"/>
              </a:ext>
            </a:extLst>
          </p:cNvPr>
          <p:cNvSpPr>
            <a:spLocks noGrp="1"/>
          </p:cNvSpPr>
          <p:nvPr>
            <p:ph type="title"/>
          </p:nvPr>
        </p:nvSpPr>
        <p:spPr/>
        <p:txBody>
          <a:bodyPr/>
          <a:lstStyle/>
          <a:p>
            <a:pPr algn="ctr"/>
            <a:r>
              <a:rPr lang="he-IL" dirty="0"/>
              <a:t>איך למנוע שבץ מוחי</a:t>
            </a:r>
          </a:p>
        </p:txBody>
      </p:sp>
      <p:sp>
        <p:nvSpPr>
          <p:cNvPr id="3" name="Content Placeholder 2">
            <a:extLst>
              <a:ext uri="{FF2B5EF4-FFF2-40B4-BE49-F238E27FC236}">
                <a16:creationId xmlns:a16="http://schemas.microsoft.com/office/drawing/2014/main" id="{041321AB-7C96-4461-B592-2AE8C2ACDEA1}"/>
              </a:ext>
            </a:extLst>
          </p:cNvPr>
          <p:cNvSpPr>
            <a:spLocks noGrp="1"/>
          </p:cNvSpPr>
          <p:nvPr>
            <p:ph idx="1"/>
          </p:nvPr>
        </p:nvSpPr>
        <p:spPr/>
        <p:txBody>
          <a:bodyPr/>
          <a:lstStyle/>
          <a:p>
            <a:pPr algn="r"/>
            <a:r>
              <a:rPr lang="he-IL" dirty="0"/>
              <a:t>הדרך הטובה ביותר להתמודד עם  שבץ מוחי היא למנוע אותו באמצעות נטרול של כל גורמי הסיכון הידועים: לאזן לחץ דם גבוה, להפחית את רמות השומנים בדם, להימנע מעישון, לשמור על משקל גוף תקין ולהקפיד על פעילות גופנית סדירה.</a:t>
            </a:r>
          </a:p>
        </p:txBody>
      </p:sp>
    </p:spTree>
    <p:extLst>
      <p:ext uri="{BB962C8B-B14F-4D97-AF65-F5344CB8AC3E}">
        <p14:creationId xmlns:p14="http://schemas.microsoft.com/office/powerpoint/2010/main" val="4190553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01DB4-C672-46EC-8799-35C2B7FB9AEE}"/>
              </a:ext>
            </a:extLst>
          </p:cNvPr>
          <p:cNvSpPr>
            <a:spLocks noGrp="1"/>
          </p:cNvSpPr>
          <p:nvPr>
            <p:ph type="title"/>
          </p:nvPr>
        </p:nvSpPr>
        <p:spPr/>
        <p:txBody>
          <a:bodyPr/>
          <a:lstStyle/>
          <a:p>
            <a:pPr algn="ctr"/>
            <a:r>
              <a:rPr lang="he-IL" dirty="0"/>
              <a:t>תסמיני שבץ מוחי</a:t>
            </a:r>
          </a:p>
        </p:txBody>
      </p:sp>
      <p:sp>
        <p:nvSpPr>
          <p:cNvPr id="3" name="Content Placeholder 2">
            <a:extLst>
              <a:ext uri="{FF2B5EF4-FFF2-40B4-BE49-F238E27FC236}">
                <a16:creationId xmlns:a16="http://schemas.microsoft.com/office/drawing/2014/main" id="{151DB974-7F34-4AD6-A3AF-FB0E3B210F08}"/>
              </a:ext>
            </a:extLst>
          </p:cNvPr>
          <p:cNvSpPr>
            <a:spLocks noGrp="1"/>
          </p:cNvSpPr>
          <p:nvPr>
            <p:ph idx="1"/>
          </p:nvPr>
        </p:nvSpPr>
        <p:spPr/>
        <p:txBody>
          <a:bodyPr/>
          <a:lstStyle/>
          <a:p>
            <a:pPr algn="r"/>
            <a:r>
              <a:rPr lang="he-IL" dirty="0"/>
              <a:t>חולשה או שיתוק פתאומי של היד, הרגל, או הפנים בצד אחד של הגוף</a:t>
            </a:r>
          </a:p>
          <a:p>
            <a:pPr algn="r"/>
            <a:r>
              <a:rPr lang="he-IL" dirty="0"/>
              <a:t>נימול והפרעת תחושה פתאומית ברגליים(כמו יד או רגל שנרדמה)</a:t>
            </a:r>
          </a:p>
          <a:p>
            <a:pPr algn="r"/>
            <a:r>
              <a:rPr lang="he-IL" dirty="0"/>
              <a:t>הפרעה פתאומית בדיבור או בהבנה (בלבול)</a:t>
            </a:r>
          </a:p>
          <a:p>
            <a:pPr algn="r"/>
            <a:r>
              <a:rPr lang="he-IL" dirty="0"/>
              <a:t>עיוות של שרירי הפנים</a:t>
            </a:r>
          </a:p>
          <a:p>
            <a:pPr algn="r"/>
            <a:r>
              <a:rPr lang="he-IL" dirty="0"/>
              <a:t>הפרעה פתאומית בשיווי משקל וחוסר יציבות</a:t>
            </a:r>
          </a:p>
          <a:p>
            <a:pPr algn="r"/>
            <a:r>
              <a:rPr lang="he-IL" dirty="0"/>
              <a:t>הפרעה פתאומית בראייה, ראייה כפולה, טשטוש  ראייה וערפול</a:t>
            </a:r>
          </a:p>
          <a:p>
            <a:pPr algn="r"/>
            <a:r>
              <a:rPr lang="he-IL" dirty="0"/>
              <a:t>כאבי ראש חזקים פתאומיים וחריגים</a:t>
            </a:r>
          </a:p>
        </p:txBody>
      </p:sp>
    </p:spTree>
    <p:extLst>
      <p:ext uri="{BB962C8B-B14F-4D97-AF65-F5344CB8AC3E}">
        <p14:creationId xmlns:p14="http://schemas.microsoft.com/office/powerpoint/2010/main" val="2692490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35F0F-F3E2-4F85-A7BD-D29ACAED1930}"/>
              </a:ext>
            </a:extLst>
          </p:cNvPr>
          <p:cNvSpPr>
            <a:spLocks noGrp="1"/>
          </p:cNvSpPr>
          <p:nvPr>
            <p:ph type="title"/>
          </p:nvPr>
        </p:nvSpPr>
        <p:spPr/>
        <p:txBody>
          <a:bodyPr/>
          <a:lstStyle/>
          <a:p>
            <a:pPr algn="ctr"/>
            <a:r>
              <a:rPr lang="he-IL" dirty="0"/>
              <a:t>אם רואים את התסמינים</a:t>
            </a:r>
          </a:p>
        </p:txBody>
      </p:sp>
      <p:sp>
        <p:nvSpPr>
          <p:cNvPr id="3" name="Content Placeholder 2">
            <a:extLst>
              <a:ext uri="{FF2B5EF4-FFF2-40B4-BE49-F238E27FC236}">
                <a16:creationId xmlns:a16="http://schemas.microsoft.com/office/drawing/2014/main" id="{BFAAB2FC-9603-4F14-B77A-1335E5820ED2}"/>
              </a:ext>
            </a:extLst>
          </p:cNvPr>
          <p:cNvSpPr>
            <a:spLocks noGrp="1"/>
          </p:cNvSpPr>
          <p:nvPr>
            <p:ph idx="1"/>
          </p:nvPr>
        </p:nvSpPr>
        <p:spPr/>
        <p:txBody>
          <a:bodyPr/>
          <a:lstStyle/>
          <a:p>
            <a:pPr algn="r"/>
            <a:r>
              <a:rPr lang="he-IL" dirty="0"/>
              <a:t>בקש מהאדם המפגין סימנים לומר – ברד ירד בדרום ספרד הערב.  האם שלט בקצב הדיבור והמילים בוטאו בבירור?</a:t>
            </a:r>
          </a:p>
          <a:p>
            <a:pPr algn="r"/>
            <a:r>
              <a:rPr lang="he-IL" dirty="0"/>
              <a:t>בקש מהחולה שיחייך. האם הוא שולט בחיוך או שהפה עקום?</a:t>
            </a:r>
            <a:endParaRPr lang="en-US" dirty="0"/>
          </a:p>
          <a:p>
            <a:pPr algn="r" rtl="1"/>
            <a:r>
              <a:rPr lang="he-IL" dirty="0"/>
              <a:t>בקש מהחולה להרים שתי ידיים כלפי מעלה. האם הרים את שתיהן יחד ובתיאום.</a:t>
            </a:r>
          </a:p>
          <a:p>
            <a:pPr algn="r" rtl="1"/>
            <a:r>
              <a:rPr lang="he-IL" dirty="0"/>
              <a:t> </a:t>
            </a:r>
            <a:r>
              <a:rPr lang="he-IL" sz="2400" b="1" dirty="0"/>
              <a:t>בכל מקרה של הופעת אחד הסימנים או יותר, גם אם חלף,  או </a:t>
            </a:r>
            <a:r>
              <a:rPr lang="he-IL" sz="2400" dirty="0"/>
              <a:t> </a:t>
            </a:r>
            <a:r>
              <a:rPr lang="he-IL" sz="2400" b="1" dirty="0"/>
              <a:t>אם התשובה לאחת מהפעולות שלילית – הרי לכם סממן להתהוות שבץ מוח ויש לפנות מיד לטיפול רפואי</a:t>
            </a:r>
            <a:r>
              <a:rPr lang="he-IL" b="1" dirty="0"/>
              <a:t>.</a:t>
            </a:r>
            <a:endParaRPr lang="he-IL" dirty="0"/>
          </a:p>
          <a:p>
            <a:pPr algn="r"/>
            <a:endParaRPr lang="he-IL" dirty="0"/>
          </a:p>
        </p:txBody>
      </p:sp>
    </p:spTree>
    <p:extLst>
      <p:ext uri="{BB962C8B-B14F-4D97-AF65-F5344CB8AC3E}">
        <p14:creationId xmlns:p14="http://schemas.microsoft.com/office/powerpoint/2010/main" val="1913025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448</Words>
  <Application>Microsoft Office PowerPoint</Application>
  <PresentationFormat>Widescreen</PresentationFormat>
  <Paragraphs>25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שבץ מוחי</vt:lpstr>
      <vt:lpstr>שבץ מוחי-מה זה</vt:lpstr>
      <vt:lpstr>סוגי שבץ מוחי</vt:lpstr>
      <vt:lpstr>סוגי שבץ מוחי- המשך</vt:lpstr>
      <vt:lpstr>איך למנוע שבץ מוחי</vt:lpstr>
      <vt:lpstr>תסמיני שבץ מוחי</vt:lpstr>
      <vt:lpstr>אם רואים את התסמינים</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שבץ מוחי</dc:title>
  <dc:creator>Yahel Rabi</dc:creator>
  <cp:lastModifiedBy>Yahel Rabi</cp:lastModifiedBy>
  <cp:revision>6</cp:revision>
  <dcterms:created xsi:type="dcterms:W3CDTF">2020-02-02T15:39:54Z</dcterms:created>
  <dcterms:modified xsi:type="dcterms:W3CDTF">2020-02-05T13:56:25Z</dcterms:modified>
</cp:coreProperties>
</file>